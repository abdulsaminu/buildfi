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4" y="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20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r>
              <a:rPr lang="en-US" sz="5400" b="1" dirty="0" err="1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3246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F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that verify construction milestones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F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settle USDC payments on Arc — no humans in the loop.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Money Hackathon · Build on Arc  —  Checkpoint 2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9F8406-E5B4-4620-BD14-D50493BA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736" y="332679"/>
            <a:ext cx="1003175" cy="11682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payments are manual, slow,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trust-dependent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5059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verification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97680" y="245059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site visits, paperwork, delayed sign-off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307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release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373075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human approval at every step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109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oversight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97680" y="5010912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Budget/risk checks happen after the fact, if at all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autonomous agents, each with their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on-chain identity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EAF9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real-world milestone completion via oracle data (vision / GPS / drone)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228600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DF3E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606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Agent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its own USDC wallet, runs an independent risk check, and decides whether to pay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happens only when Treasury Agent independently decides to settle — not automatically once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settlement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28346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04872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verifies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05072" y="28346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61104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(webhook)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61304" y="28346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17336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AF9F2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Agent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check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28346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73568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AF9F2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73768" y="28346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29800" y="28346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confirmed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Arc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from ConstructOS Inspector: oracle verification, ERC-8004 identity, ERC-8183 escrow.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for BuildFi: Treasury Agent's own identity, independent risk logic, autonomous Circle settlement.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CONFIRMED, NOT SIMULATED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end-to-end test — real transactions on Arc Testnet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97480"/>
            <a:ext cx="292608" cy="292608"/>
          </a:xfrm>
          <a:prstGeom prst="ellipse">
            <a:avLst/>
          </a:prstGeom>
          <a:solidFill>
            <a:srgbClr val="16C78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468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Agent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24688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registerAgent() confirmed on-chain, reputation initialized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977640"/>
            <a:ext cx="292608" cy="292608"/>
          </a:xfrm>
          <a:prstGeom prst="ellipse">
            <a:avLst/>
          </a:prstGeom>
          <a:solidFill>
            <a:srgbClr val="16C784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7490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Agent identity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37490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registerAgent() confirmed on-chain, reputation initialized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5257800"/>
            <a:ext cx="292608" cy="292608"/>
          </a:xfrm>
          <a:prstGeom prst="ellipse">
            <a:avLst/>
          </a:prstGeom>
          <a:solidFill>
            <a:srgbClr val="16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50292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settlement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50292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verified → risk check passed → USDC settled via Circle, confirmed on Arc Testnet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REUSED VS. WHAT'S NEW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proven infrastructure, not from zero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Agent oracle pipeline (ConstructOS)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/ ERC-8183 contracts on Arc Testnet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Developer-Controlled Wallets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concepts from ConstructOS Finance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2860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EAF9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for BuildFi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10896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Agent's own on-chain identity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risk-check decision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webhook + autonomous settlement 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(in progress)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final submission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this week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4231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treasury/project state feeding the risk check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11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365760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dashboard, public deployment, full documentation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846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4892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video, pitch deck, final MVP submission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github.com/abdulsaminu/BuildFi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362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Abdulrahman Saminu</cp:lastModifiedBy>
  <cp:revision>2</cp:revision>
  <dcterms:created xsi:type="dcterms:W3CDTF">2026-07-27T02:02:59Z</dcterms:created>
  <dcterms:modified xsi:type="dcterms:W3CDTF">2026-07-27T02:22:41Z</dcterms:modified>
</cp:coreProperties>
</file>